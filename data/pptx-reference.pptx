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003366"/>
                </a:solidFill>
              </a:rPr>
              <a:t>UIAO Documentation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333333"/>
                </a:solidFill>
              </a:rPr>
              <a:t>Unified Identity-Addressing-Overlay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